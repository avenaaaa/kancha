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Mapping — Proyecto Kancha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77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777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548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548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28803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(Meta)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en 30% la tasa de partidos cancelados por falta de jugadores en La Florida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flipV="1">
            <a:off x="1920240" y="1371600"/>
            <a:ext cx="228600" cy="224028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05156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051560"/>
            <a:ext cx="1691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libres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920240" y="3063240"/>
            <a:ext cx="228600" cy="54864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274320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611880"/>
            <a:ext cx="228600" cy="114300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44348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48840" y="4434840"/>
            <a:ext cx="1691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Recintos deportivos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611880"/>
            <a:ext cx="228600" cy="278892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608076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48840" y="6080760"/>
            <a:ext cx="16916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nueva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0515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05156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partido rápido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17830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en compañeros nuevos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12080" y="27432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cupos sin perder reserva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40690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12080" y="406908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pago pese a deserciones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0" y="48006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480060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pérdida por no-show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12080" y="60807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6080760"/>
            <a:ext cx="24688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Sumarse fácil a la comunidad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0" y="1207008"/>
            <a:ext cx="1371600" cy="137160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1207008"/>
            <a:ext cx="1371600" cy="868680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035808"/>
            <a:ext cx="1371600" cy="9144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840480" y="4361688"/>
            <a:ext cx="1371600" cy="365760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4727448"/>
            <a:ext cx="1371600" cy="365760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6373368"/>
            <a:ext cx="1371600" cy="9144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134416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2560" y="10515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geolocalizado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80960" y="207568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17830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52560" y="178308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Honor (perfiles/reseñas)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303580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52560" y="27432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52560" y="274320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 cupos y notificaciones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680960" y="436168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40690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52560" y="406908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fraccionado por jugador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0" y="509320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48006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052560" y="480060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retención por deserción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680960" y="6373368"/>
            <a:ext cx="1371600" cy="9144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60807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52560" y="608076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filtro por disciplina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2026-08-30T16:58:49Z</dcterms:created>
  <dcterms:modified xsi:type="dcterms:W3CDTF">2026-08-30T16:58:49Z</dcterms:modified>
</cp:coreProperties>
</file>