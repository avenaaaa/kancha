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— Proyecto Kancha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 flipH="1" flipV="1">
            <a:off x="2468880" y="2194560"/>
            <a:ext cx="3017520" cy="1783080"/>
          </a:xfrm>
          <a:prstGeom prst="line">
            <a:avLst/>
          </a:prstGeom>
          <a:noFill/>
          <a:ln w="15875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5486400" y="2194560"/>
            <a:ext cx="3017520" cy="1783080"/>
          </a:xfrm>
          <a:prstGeom prst="line">
            <a:avLst/>
          </a:prstGeom>
          <a:noFill/>
          <a:ln w="15875">
            <a:solidFill>
              <a:srgbClr val="E07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486400" y="1188720"/>
            <a:ext cx="9144" cy="2377440"/>
          </a:xfrm>
          <a:prstGeom prst="line">
            <a:avLst/>
          </a:prstGeom>
          <a:noFill/>
          <a:ln w="15875">
            <a:solidFill>
              <a:srgbClr val="1F6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468880" y="3977640"/>
            <a:ext cx="3017520" cy="1143000"/>
          </a:xfrm>
          <a:prstGeom prst="line">
            <a:avLst/>
          </a:prstGeom>
          <a:noFill/>
          <a:ln w="15875">
            <a:solidFill>
              <a:srgbClr val="7B4B9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3977640"/>
            <a:ext cx="3017520" cy="1143000"/>
          </a:xfrm>
          <a:prstGeom prst="line">
            <a:avLst/>
          </a:prstGeom>
          <a:noFill/>
          <a:ln w="15875">
            <a:solidFill>
              <a:srgbClr val="B23A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35661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3566160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deportiva geolocalizada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417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E86A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6858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" y="68580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"Falta uno"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6858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68580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1488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canchas públicas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0" y="1417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07A2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6858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6858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libre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35440" y="6858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68580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0" y="21488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E07A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 deportivo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7772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77724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14173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Flutter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14173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19659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F6F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891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48920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7B4B94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56235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7B4B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82880" y="5623560"/>
            <a:ext cx="1828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56235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7B4B9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03120" y="5623560"/>
            <a:ext cx="1828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Honor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5840" y="6263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7B4B9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05840" y="626364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fraccionado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0" y="48920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B23A48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5623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23A4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0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transacción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509760" y="5623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B23A4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09760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por deserción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2026-08-30T16:58:49Z</dcterms:created>
  <dcterms:modified xsi:type="dcterms:W3CDTF">2026-08-30T16:58:49Z</dcterms:modified>
</cp:coreProperties>
</file>