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Mapping — Proyecto Kancha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82880" y="868680"/>
            <a:ext cx="2377440" cy="457200"/>
          </a:xfrm>
          <a:prstGeom prst="rect">
            <a:avLst/>
          </a:prstGeom>
          <a:solidFill>
            <a:srgbClr val="2233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de usuario →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148840" cy="457200"/>
          </a:xfrm>
          <a:prstGeom prst="rect">
            <a:avLst/>
          </a:prstGeom>
          <a:solidFill>
            <a:srgbClr val="22333B"/>
          </a:solidFill>
          <a:ln w="15875">
            <a:solidFill>
              <a:srgbClr val="2233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868680"/>
            <a:ext cx="21488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Registrarse 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perfil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834640" y="868680"/>
            <a:ext cx="2148840" cy="457200"/>
          </a:xfrm>
          <a:prstGeom prst="rect">
            <a:avLst/>
          </a:prstGeom>
          <a:solidFill>
            <a:srgbClr val="22333B"/>
          </a:solidFill>
          <a:ln w="15875">
            <a:solidFill>
              <a:srgbClr val="2233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34640" y="868680"/>
            <a:ext cx="21488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120640" y="868680"/>
            <a:ext cx="2148840" cy="457200"/>
          </a:xfrm>
          <a:prstGeom prst="rect">
            <a:avLst/>
          </a:prstGeom>
          <a:solidFill>
            <a:srgbClr val="22333B"/>
          </a:solidFill>
          <a:ln w="15875">
            <a:solidFill>
              <a:srgbClr val="2233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20640" y="868680"/>
            <a:ext cx="21488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406640" y="868680"/>
            <a:ext cx="2148840" cy="457200"/>
          </a:xfrm>
          <a:prstGeom prst="rect">
            <a:avLst/>
          </a:prstGeom>
          <a:solidFill>
            <a:srgbClr val="22333B"/>
          </a:solidFill>
          <a:ln w="15875">
            <a:solidFill>
              <a:srgbClr val="2233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06640" y="868680"/>
            <a:ext cx="21488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pagar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692640" y="868680"/>
            <a:ext cx="2148840" cy="457200"/>
          </a:xfrm>
          <a:prstGeom prst="rect">
            <a:avLst/>
          </a:prstGeom>
          <a:solidFill>
            <a:srgbClr val="22333B"/>
          </a:solidFill>
          <a:ln w="15875">
            <a:solidFill>
              <a:srgbClr val="2233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92640" y="868680"/>
            <a:ext cx="21488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post-partido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82880" y="1508760"/>
            <a:ext cx="11658600" cy="365760"/>
          </a:xfrm>
          <a:prstGeom prst="rect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" y="1508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1 — MVP (Must have)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1920240"/>
            <a:ext cx="21488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1920240"/>
            <a:ext cx="21488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34640" y="1920240"/>
            <a:ext cx="21488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34640" y="1920240"/>
            <a:ext cx="21488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partido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20640" y="1920240"/>
            <a:ext cx="21488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20640" y="1920240"/>
            <a:ext cx="21488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HU-04/05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/ Postularme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06640" y="1920240"/>
            <a:ext cx="21488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06640" y="1920240"/>
            <a:ext cx="21488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HU-08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fraccionado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92640" y="1920240"/>
            <a:ext cx="21488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92640" y="1920240"/>
            <a:ext cx="21488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2880" y="2971800"/>
            <a:ext cx="11658600" cy="365760"/>
          </a:xfrm>
          <a:prstGeom prst="rect">
            <a:avLst/>
          </a:prstGeom>
          <a:solidFill>
            <a:srgbClr val="E07A2C"/>
          </a:solidFill>
          <a:ln w="12700">
            <a:solidFill>
              <a:srgbClr val="E07A2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20040" y="2971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2 — Should have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383280"/>
            <a:ext cx="21488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E07A2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383280"/>
            <a:ext cx="21488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carta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34640" y="3383280"/>
            <a:ext cx="21488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E07A2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34640" y="3383280"/>
            <a:ext cx="21488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20640" y="3383280"/>
            <a:ext cx="21488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E07A2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120640" y="3383280"/>
            <a:ext cx="21488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406640" y="3383280"/>
            <a:ext cx="21488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E07A2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06640" y="3383280"/>
            <a:ext cx="21488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HU-09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692640" y="3383280"/>
            <a:ext cx="21488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E07A2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692640" y="3383280"/>
            <a:ext cx="21488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HU-07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honor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82880" y="4434840"/>
            <a:ext cx="11658600" cy="36576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2004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3 — Could / Won't have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4846320"/>
            <a:ext cx="21488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6B728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8640" y="4846320"/>
            <a:ext cx="21488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834640" y="4846320"/>
            <a:ext cx="21488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6B728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834640" y="4846320"/>
            <a:ext cx="21488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120640" y="4846320"/>
            <a:ext cx="21488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6B728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120640" y="4846320"/>
            <a:ext cx="21488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HU-10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406640" y="4846320"/>
            <a:ext cx="21488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6B728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406640" y="4846320"/>
            <a:ext cx="21488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692640" y="4846320"/>
            <a:ext cx="21488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6B728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692640" y="4846320"/>
            <a:ext cx="21488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HU-11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Moderar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274320" y="5760720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backbone (fila superior) representa el recorrido del usuario. Cada banda de color agrupa historias por release, delimitando el walking skeleton del MVP.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2026-08-30T16:58:49Z</dcterms:created>
  <dcterms:modified xsi:type="dcterms:W3CDTF">2026-08-30T16:58:49Z</dcterms:modified>
</cp:coreProperties>
</file>