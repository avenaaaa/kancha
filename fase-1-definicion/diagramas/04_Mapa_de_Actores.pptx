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Actores — Proyecto Kancha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 flipH="1" flipV="1">
            <a:off x="1737360" y="1554480"/>
            <a:ext cx="3749040" cy="2011680"/>
          </a:xfrm>
          <a:prstGeom prst="line">
            <a:avLst/>
          </a:prstGeom>
          <a:noFill/>
          <a:ln w="19050">
            <a:solidFill>
              <a:srgbClr val="1F6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5486400" y="1554480"/>
            <a:ext cx="3749040" cy="2011680"/>
          </a:xfrm>
          <a:prstGeom prst="line">
            <a:avLst/>
          </a:prstGeom>
          <a:noFill/>
          <a:ln w="19050">
            <a:solidFill>
              <a:srgbClr val="1F6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737360" y="3566160"/>
            <a:ext cx="3749040" cy="2011680"/>
          </a:xfrm>
          <a:prstGeom prst="line">
            <a:avLst/>
          </a:prstGeom>
          <a:noFill/>
          <a:ln w="19050">
            <a:solidFill>
              <a:srgbClr val="1F6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3566160"/>
            <a:ext cx="3749040" cy="201168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5486400" y="1280160"/>
            <a:ext cx="9144" cy="228600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3566160"/>
            <a:ext cx="9144" cy="242316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3154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22333B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8056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11887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Libre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(jugador amateur)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18872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Partido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F6F5C"/>
          </a:solidFill>
          <a:ln w="15875">
            <a:solidFill>
              <a:srgbClr val="2233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212080"/>
            <a:ext cx="2194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Plataforma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521208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5212080"/>
            <a:ext cx="21945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 / Complejo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Deportivo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7772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0" y="777240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59893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0" y="5989320"/>
            <a:ext cx="21945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Mapas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(OpenStreetMap / Google Maps)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6720840"/>
            <a:ext cx="365760" cy="0"/>
          </a:xfrm>
          <a:prstGeom prst="line">
            <a:avLst/>
          </a:prstGeom>
          <a:noFill/>
          <a:ln w="38100">
            <a:solidFill>
              <a:srgbClr val="1F6F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65836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primario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17520" y="6720840"/>
            <a:ext cx="365760" cy="0"/>
          </a:xfrm>
          <a:prstGeom prst="line">
            <a:avLst/>
          </a:prstGeom>
          <a:noFill/>
          <a:ln w="381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6583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secundario / sistema externo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2026-08-30T16:58:49Z</dcterms:created>
  <dcterms:modified xsi:type="dcterms:W3CDTF">2026-08-30T16:58:49Z</dcterms:modified>
</cp:coreProperties>
</file>